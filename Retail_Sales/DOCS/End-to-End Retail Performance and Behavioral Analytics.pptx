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70" r:id="rId11"/>
    <p:sldId id="264" r:id="rId12"/>
    <p:sldId id="271" r:id="rId13"/>
    <p:sldId id="272" r:id="rId14"/>
    <p:sldId id="265" r:id="rId15"/>
    <p:sldId id="273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262" autoAdjust="0"/>
  </p:normalViewPr>
  <p:slideViewPr>
    <p:cSldViewPr snapToGrid="0">
      <p:cViewPr varScale="1">
        <p:scale>
          <a:sx n="56" d="100"/>
          <a:sy n="56" d="100"/>
        </p:scale>
        <p:origin x="73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E2A53-72F8-4A9C-A94A-0B0F014F7E39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08F4B1-A3E2-4DEA-84D0-616636AED5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939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386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766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371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48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172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1791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323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416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808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78954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4860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265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174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2413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9883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00772E-639B-4DDB-8202-DA2A3AED830B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94EF2DC-DF4F-4C14-B3E1-A96E86FDFA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724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ctrTitle"/>
          </p:nvPr>
        </p:nvSpPr>
        <p:spPr bwMode="auto">
          <a:xfrm>
            <a:off x="288758" y="1628861"/>
            <a:ext cx="11614484" cy="738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</a:t>
            </a:r>
            <a:r>
              <a:rPr kumimoji="0" lang="en-US" altLang="en-US" sz="48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 Retail Performance and Behavioral Analytics</a:t>
            </a:r>
            <a:r>
              <a:rPr kumimoji="0" lang="en-US" altLang="en-US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MOHAMMAD AFFAN</a:t>
            </a:r>
          </a:p>
          <a:p>
            <a:pPr algn="l"/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05/03/2026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695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689352"/>
            <a:ext cx="3031279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966537" y="1881920"/>
            <a:ext cx="816142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sales trends and anomalies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Understand customer behavior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product performance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store profitability 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rgbClr val="0F111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 product returns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504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SQL Server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Creation 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 Business Queries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 &amp; Foreign Key Relationships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Power BI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 Interactive Dashboard</a:t>
            </a: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DAX Measures(Revenue , Profit , Return Rate)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Slicer(Year , Region , Category)</a:t>
            </a: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2906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age_group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Young, Adult, Middle-Aged, Senior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 NULL →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'Other‘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Table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Price_Tier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Budget (&lt;50), Mid-Range (50-150), Premium (&gt;150)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NULL → 'Unknown'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NULL → 'Unknown'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846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Table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Calculated profit =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(quantity ×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cost_price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sales_channel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'ONLINE'/'online' → 'Online', 'INSTORE'/'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instore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' → 'In-Store'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Table</a:t>
            </a:r>
          </a:p>
          <a:p>
            <a:pPr algn="just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store_type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region, city NULL → 'Unknown'</a:t>
            </a:r>
          </a:p>
          <a:p>
            <a:pPr algn="just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operating_cost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 for unknown stores</a:t>
            </a:r>
          </a:p>
          <a:p>
            <a:pPr marL="0" indent="0" algn="just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Table</a:t>
            </a:r>
          </a:p>
          <a:p>
            <a:pPr algn="just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return_reason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NULL → 'Other'</a:t>
            </a:r>
          </a:p>
        </p:txBody>
      </p:sp>
    </p:spTree>
    <p:extLst>
      <p:ext uri="{BB962C8B-B14F-4D97-AF65-F5344CB8AC3E}">
        <p14:creationId xmlns:p14="http://schemas.microsoft.com/office/powerpoint/2010/main" val="3794949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Business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1410268"/>
            <a:ext cx="8915400" cy="5086066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(Last 12 Months)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Best-Selling Products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by Region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with Highest Profit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Rate by Category</a:t>
            </a:r>
          </a:p>
          <a:p>
            <a:pPr algn="just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Revenue per Customer by Age Group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Channel Profitability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Profit Trend by Region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3 Products with Highest Return Rate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5 Customers by Profit with Tenure</a:t>
            </a:r>
          </a:p>
        </p:txBody>
      </p:sp>
    </p:spTree>
    <p:extLst>
      <p:ext uri="{BB962C8B-B14F-4D97-AF65-F5344CB8AC3E}">
        <p14:creationId xmlns:p14="http://schemas.microsoft.com/office/powerpoint/2010/main" val="1165598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310212"/>
            <a:ext cx="8911687" cy="128089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  <a:r>
              <a:rPr lang="en-IN" b="1" dirty="0"/>
              <a:t/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6400" y="1108340"/>
            <a:ext cx="10515600" cy="543170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age_group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region)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category,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Price_Tier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store_name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region,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operating_cost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total_amount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profit)</a:t>
            </a:r>
          </a:p>
          <a:p>
            <a:pPr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FK,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return_date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return_reason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 algn="just"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sales.customer_id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customers.customer_id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sales.product_id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products.product_id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sales.store_id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stores.store_id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returns.order_id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sales.order_id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5042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1 &amp;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556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1: Sales Overview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Cards: Total Revenue, Total Quantity, Total Orders,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Order Value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 Monthly Revenue Trend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Top 5 Products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Pie Chart: Sales by Channel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Slicers: Year, Region, Category</a:t>
            </a:r>
          </a:p>
          <a:p>
            <a:pPr marL="0" indent="0" algn="just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2: Customer Insights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Cards: Total Customers, Revenue per Customer,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Tenure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Customers by Region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Revenue by Age Group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Table: Top 10 Customers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Slicers: Age Group, Region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568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525" y="918758"/>
            <a:ext cx="9439275" cy="5246398"/>
          </a:xfrm>
        </p:spPr>
      </p:pic>
    </p:spTree>
    <p:extLst>
      <p:ext uri="{BB962C8B-B14F-4D97-AF65-F5344CB8AC3E}">
        <p14:creationId xmlns:p14="http://schemas.microsoft.com/office/powerpoint/2010/main" val="611113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0509" y="885360"/>
            <a:ext cx="9509125" cy="5303302"/>
          </a:xfrm>
        </p:spPr>
      </p:pic>
    </p:spTree>
    <p:extLst>
      <p:ext uri="{BB962C8B-B14F-4D97-AF65-F5344CB8AC3E}">
        <p14:creationId xmlns:p14="http://schemas.microsoft.com/office/powerpoint/2010/main" val="343744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3 &amp;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3: Product Performance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Cards: Total Profit, Return Rate %, Profit Margin %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Profit by Category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Return Rate by Category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Product Details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Slicers: Category, Price Tier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4: Store Analysis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Cards: Total Stores, Total Operating Cost, Store with Highest Profit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 Monthly Profit by Store (Top 5)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Chart: Store Profitability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Slicers: Region, Store Type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8759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8272" y="761268"/>
            <a:ext cx="8935066" cy="4997694"/>
          </a:xfrm>
        </p:spPr>
      </p:pic>
    </p:spTree>
    <p:extLst>
      <p:ext uri="{BB962C8B-B14F-4D97-AF65-F5344CB8AC3E}">
        <p14:creationId xmlns:p14="http://schemas.microsoft.com/office/powerpoint/2010/main" val="39828904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1988" y="409697"/>
            <a:ext cx="9626822" cy="5375641"/>
          </a:xfrm>
        </p:spPr>
      </p:pic>
    </p:spTree>
    <p:extLst>
      <p:ext uri="{BB962C8B-B14F-4D97-AF65-F5344CB8AC3E}">
        <p14:creationId xmlns:p14="http://schemas.microsoft.com/office/powerpoint/2010/main" val="41280480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5: Return Behavior Patterns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Cards: Total Returns, Return Rate %,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Time (Days)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Returns by Reason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Chart: Return Rate by Category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Chart: Monthly Return Trend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Table: Top 10 Returned Products</a:t>
            </a: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Slicers: Return Reason, Category, Year</a:t>
            </a:r>
          </a:p>
        </p:txBody>
      </p:sp>
    </p:spTree>
    <p:extLst>
      <p:ext uri="{BB962C8B-B14F-4D97-AF65-F5344CB8AC3E}">
        <p14:creationId xmlns:p14="http://schemas.microsoft.com/office/powerpoint/2010/main" val="1634407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6212" y="682748"/>
            <a:ext cx="10036710" cy="5656506"/>
          </a:xfrm>
        </p:spPr>
      </p:pic>
    </p:spTree>
    <p:extLst>
      <p:ext uri="{BB962C8B-B14F-4D97-AF65-F5344CB8AC3E}">
        <p14:creationId xmlns:p14="http://schemas.microsoft.com/office/powerpoint/2010/main" val="40064371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2349" y="256715"/>
            <a:ext cx="10515600" cy="1030147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4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900" b="1" dirty="0"/>
              <a:t/>
            </a:r>
            <a:br>
              <a:rPr lang="en-IN" sz="4900" b="1" dirty="0"/>
            </a:br>
            <a:r>
              <a:rPr lang="en-IN" sz="4900" dirty="0" smtClean="0"/>
              <a:t/>
            </a:r>
            <a:br>
              <a:rPr lang="en-IN" sz="4900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2349" y="1109440"/>
            <a:ext cx="10515600" cy="57485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Overview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 (Last 12 Months): $2.5 Million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Category: Electronics (45% of total revenue)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Sales: 60% | In-Store Sales: 40%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Insights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Customers: 1,500+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Age Group: Adults (35-50) – 45% revenue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Region: West – 35% of customers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Performance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Profitable Category: Electronics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Return Rate: Electronics (12%)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 Return Rate: Apparel (5%)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12050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Analysis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Stores: 60+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Profitable Store: Store S045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Operating Cost: $35,000 per store</a:t>
            </a:r>
          </a:p>
          <a:p>
            <a:pPr marL="0" indent="0" algn="just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Behavior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Return Rate: 8.5%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Return Reason: Defective (45%)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Return Time: 5 days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7107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8734"/>
            <a:ext cx="10515600" cy="5598229"/>
          </a:xfrm>
        </p:spPr>
        <p:txBody>
          <a:bodyPr/>
          <a:lstStyle/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 smtClean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9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THANKYOU</a:t>
            </a:r>
            <a:endParaRPr lang="en-IN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22222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</TotalTime>
  <Words>673</Words>
  <Application>Microsoft Office PowerPoint</Application>
  <PresentationFormat>Widescreen</PresentationFormat>
  <Paragraphs>122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End-to-End Retail Performance and Behavioral Analytics </vt:lpstr>
      <vt:lpstr>OBJECTIVE </vt:lpstr>
      <vt:lpstr>Tools Used</vt:lpstr>
      <vt:lpstr>Data Cleaning Steps</vt:lpstr>
      <vt:lpstr>Data Cleaning Steps</vt:lpstr>
      <vt:lpstr>SQL Business Questions</vt:lpstr>
      <vt:lpstr>ER Diagram </vt:lpstr>
      <vt:lpstr>Dashboard 1 &amp; 2</vt:lpstr>
      <vt:lpstr>PowerPoint Presentation</vt:lpstr>
      <vt:lpstr>PowerPoint Presentation</vt:lpstr>
      <vt:lpstr>Dashboard 3 &amp; 4</vt:lpstr>
      <vt:lpstr>PowerPoint Presentation</vt:lpstr>
      <vt:lpstr>PowerPoint Presentation</vt:lpstr>
      <vt:lpstr>Dashboard 5</vt:lpstr>
      <vt:lpstr>PowerPoint Presentation</vt:lpstr>
      <vt:lpstr>Key Findings   </vt:lpstr>
      <vt:lpstr>Key Findings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Retail Performance and Behavioral Analytics</dc:title>
  <dc:creator>Mohammad Affan</dc:creator>
  <cp:lastModifiedBy>Mohammad Affan</cp:lastModifiedBy>
  <cp:revision>7</cp:revision>
  <dcterms:created xsi:type="dcterms:W3CDTF">2026-03-04T08:54:44Z</dcterms:created>
  <dcterms:modified xsi:type="dcterms:W3CDTF">2026-03-05T04:41:57Z</dcterms:modified>
</cp:coreProperties>
</file>